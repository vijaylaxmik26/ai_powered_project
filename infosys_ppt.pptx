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23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2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0215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968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060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159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161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793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696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375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113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67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4626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038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065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7532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176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6292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03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3/29/2026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9985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5" r:id="rId12"/>
    <p:sldLayoutId id="2147483836" r:id="rId13"/>
    <p:sldLayoutId id="2147483837" r:id="rId14"/>
    <p:sldLayoutId id="2147483838" r:id="rId15"/>
    <p:sldLayoutId id="2147483839" r:id="rId16"/>
    <p:sldLayoutId id="214748384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3BB18-B6CF-40B2-BE8C-3827FE875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8903" y="-143931"/>
            <a:ext cx="7197726" cy="2421464"/>
          </a:xfrm>
        </p:spPr>
        <p:txBody>
          <a:bodyPr>
            <a:normAutofit/>
          </a:bodyPr>
          <a:lstStyle/>
          <a:p>
            <a:r>
              <a:rPr lang="en-US" sz="4000" dirty="0"/>
              <a:t>🤖 AI Powered Code Reviewer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9BEF83-D5B2-4D9C-AF2C-80FC813C67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9578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E85DD6-738E-49DC-9471-83CA8D294943}"/>
              </a:ext>
            </a:extLst>
          </p:cNvPr>
          <p:cNvSpPr/>
          <p:nvPr/>
        </p:nvSpPr>
        <p:spPr>
          <a:xfrm>
            <a:off x="1810871" y="1165451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 code review is time-consuming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Developers often miss: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Missing docstrings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Poor code structure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beginner-friendly tools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 for fast &amp; smart code feedback</a:t>
            </a:r>
          </a:p>
        </p:txBody>
      </p:sp>
    </p:spTree>
    <p:extLst>
      <p:ext uri="{BB962C8B-B14F-4D97-AF65-F5344CB8AC3E}">
        <p14:creationId xmlns:p14="http://schemas.microsoft.com/office/powerpoint/2010/main" val="1731320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B05647-A196-4C92-86B3-4E572446332E}"/>
              </a:ext>
            </a:extLst>
          </p:cNvPr>
          <p:cNvSpPr/>
          <p:nvPr/>
        </p:nvSpPr>
        <p:spPr>
          <a:xfrm>
            <a:off x="1649506" y="1400769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 code automatically.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functions and classes.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missing docstrings.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docstrings using AI.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simple visual insights. </a:t>
            </a:r>
          </a:p>
        </p:txBody>
      </p:sp>
    </p:spTree>
    <p:extLst>
      <p:ext uri="{BB962C8B-B14F-4D97-AF65-F5344CB8AC3E}">
        <p14:creationId xmlns:p14="http://schemas.microsoft.com/office/powerpoint/2010/main" val="2166555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FC24C0-368F-4187-83A5-DA8490E84B20}"/>
              </a:ext>
            </a:extLst>
          </p:cNvPr>
          <p:cNvSpPr/>
          <p:nvPr/>
        </p:nvSpPr>
        <p:spPr>
          <a:xfrm>
            <a:off x="1229957" y="1508345"/>
            <a:ext cx="620357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a Python file.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code using AST.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missing docstrings.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docstrings using AI.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results in dashboard.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847D9-AF41-478B-A607-04A2E64E0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873918"/>
            <a:ext cx="3467100" cy="654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877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825F4BD-98E9-46F6-ADE0-FB9BB7E091FA}"/>
              </a:ext>
            </a:extLst>
          </p:cNvPr>
          <p:cNvSpPr/>
          <p:nvPr/>
        </p:nvSpPr>
        <p:spPr>
          <a:xfrm>
            <a:off x="692075" y="947639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/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AC8562-0DFD-495F-8F6D-635BC1EDFE6F}"/>
              </a:ext>
            </a:extLst>
          </p:cNvPr>
          <p:cNvSpPr/>
          <p:nvPr/>
        </p:nvSpPr>
        <p:spPr>
          <a:xfrm>
            <a:off x="6178475" y="2055635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endParaRPr lang="en-US" sz="24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Input: Python file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 AST + AI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Metrics and graphs</a:t>
            </a:r>
          </a:p>
        </p:txBody>
      </p:sp>
    </p:spTree>
    <p:extLst>
      <p:ext uri="{BB962C8B-B14F-4D97-AF65-F5344CB8AC3E}">
        <p14:creationId xmlns:p14="http://schemas.microsoft.com/office/powerpoint/2010/main" val="2655221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5E2F59-7E00-4753-B1C5-96F95CB08513}"/>
              </a:ext>
            </a:extLst>
          </p:cNvPr>
          <p:cNvSpPr/>
          <p:nvPr/>
        </p:nvSpPr>
        <p:spPr>
          <a:xfrm>
            <a:off x="907227" y="1874105"/>
            <a:ext cx="903283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significantly reduces the time required for manual code review.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improve overall code quality and readability.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easy to use and suitable for beginners.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is automated, reducing human effort.</a:t>
            </a:r>
          </a:p>
        </p:txBody>
      </p:sp>
    </p:spTree>
    <p:extLst>
      <p:ext uri="{BB962C8B-B14F-4D97-AF65-F5344CB8AC3E}">
        <p14:creationId xmlns:p14="http://schemas.microsoft.com/office/powerpoint/2010/main" val="3045073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285360-51CA-46D8-913B-0183820EDA40}"/>
              </a:ext>
            </a:extLst>
          </p:cNvPr>
          <p:cNvSpPr/>
          <p:nvPr/>
        </p:nvSpPr>
        <p:spPr>
          <a:xfrm>
            <a:off x="1251473" y="1970924"/>
            <a:ext cx="840889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AI-based code reviewer system successfully 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automates the process of analyzing and improving code quality.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the effective use of AI in software development</a:t>
            </a:r>
          </a:p>
        </p:txBody>
      </p:sp>
    </p:spTree>
    <p:extLst>
      <p:ext uri="{BB962C8B-B14F-4D97-AF65-F5344CB8AC3E}">
        <p14:creationId xmlns:p14="http://schemas.microsoft.com/office/powerpoint/2010/main" val="3507130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C5259D-EEDA-4981-8858-6CBDCD490CD6}"/>
              </a:ext>
            </a:extLst>
          </p:cNvPr>
          <p:cNvSpPr/>
          <p:nvPr/>
        </p:nvSpPr>
        <p:spPr>
          <a:xfrm>
            <a:off x="464820" y="538818"/>
            <a:ext cx="821055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1 – File Upload &amp; Initial Processing</a:t>
            </a:r>
          </a:p>
          <a:p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file upload feature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easily upload the Python files or folder for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coverage report of the functions will be displayed.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details can be extracted.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JSON view report of the functions can also be downloaded.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51FFFE-63EA-4470-8B11-445CD6990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" y="3490823"/>
            <a:ext cx="6351270" cy="2990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996403-8E49-4356-844A-C7F95E7CB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010" y="3848397"/>
            <a:ext cx="5040630" cy="2596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986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4EB4C7-4298-400E-8525-EF1802F196FD}"/>
              </a:ext>
            </a:extLst>
          </p:cNvPr>
          <p:cNvSpPr/>
          <p:nvPr/>
        </p:nvSpPr>
        <p:spPr>
          <a:xfrm>
            <a:off x="521970" y="634990"/>
            <a:ext cx="926211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2 – Metrics, Validation &amp; Dashboard</a:t>
            </a:r>
          </a:p>
          <a:p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metrics section to summarize code analysis results.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key values like number of functions and missing docstrings.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validation to ensure uploaded files are correctly processed.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errors and invalid inputs to improve system reliability.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Updated the dashboard to display results in a clear and structured format.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charts and tables for better visualization of analysis results.</a:t>
            </a:r>
          </a:p>
        </p:txBody>
      </p:sp>
    </p:spTree>
    <p:extLst>
      <p:ext uri="{BB962C8B-B14F-4D97-AF65-F5344CB8AC3E}">
        <p14:creationId xmlns:p14="http://schemas.microsoft.com/office/powerpoint/2010/main" val="4109441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E2FE9A-BCB1-4005-8D9C-2D075F6A3A40}"/>
              </a:ext>
            </a:extLst>
          </p:cNvPr>
          <p:cNvSpPr/>
          <p:nvPr/>
        </p:nvSpPr>
        <p:spPr>
          <a:xfrm>
            <a:off x="476250" y="236280"/>
            <a:ext cx="882777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3 – Docstring Generation &amp; Formatting</a:t>
            </a:r>
          </a:p>
          <a:p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automatic docstring generation for functions.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existing or missing docstrings into structured formats.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support for multiple docstring styles: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style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style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reStructuredText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style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code readability and standardization</a:t>
            </a:r>
          </a:p>
        </p:txBody>
      </p:sp>
    </p:spTree>
    <p:extLst>
      <p:ext uri="{BB962C8B-B14F-4D97-AF65-F5344CB8AC3E}">
        <p14:creationId xmlns:p14="http://schemas.microsoft.com/office/powerpoint/2010/main" val="3946994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22D895-3C18-424B-AEBA-1CA3A405CE4A}"/>
              </a:ext>
            </a:extLst>
          </p:cNvPr>
          <p:cNvSpPr/>
          <p:nvPr/>
        </p:nvSpPr>
        <p:spPr>
          <a:xfrm>
            <a:off x="659130" y="637669"/>
            <a:ext cx="914781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 4 </a:t>
            </a:r>
          </a:p>
          <a:p>
            <a:endParaRPr lang="en-US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complete multi-view application.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multiple sections for analysis, validation, and visualization.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with multiple LLM models for improved docstring generation.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a testing suite to ensure accuracy and reliability of results.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the UI with better layout and navigation.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export functionality to download newly accepted docstrings applied.</a:t>
            </a:r>
          </a:p>
        </p:txBody>
      </p:sp>
    </p:spTree>
    <p:extLst>
      <p:ext uri="{BB962C8B-B14F-4D97-AF65-F5344CB8AC3E}">
        <p14:creationId xmlns:p14="http://schemas.microsoft.com/office/powerpoint/2010/main" val="22704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4226E9-F512-4D56-9835-39BBDB500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833639"/>
              </p:ext>
            </p:extLst>
          </p:nvPr>
        </p:nvGraphicFramePr>
        <p:xfrm>
          <a:off x="1421044" y="1181856"/>
          <a:ext cx="8111576" cy="3710184"/>
        </p:xfrm>
        <a:graphic>
          <a:graphicData uri="http://schemas.openxmlformats.org/drawingml/2006/table">
            <a:tbl>
              <a:tblPr/>
              <a:tblGrid>
                <a:gridCol w="3973916">
                  <a:extLst>
                    <a:ext uri="{9D8B030D-6E8A-4147-A177-3AD203B41FA5}">
                      <a16:colId xmlns:a16="http://schemas.microsoft.com/office/drawing/2014/main" val="3888796383"/>
                    </a:ext>
                  </a:extLst>
                </a:gridCol>
                <a:gridCol w="4137660">
                  <a:extLst>
                    <a:ext uri="{9D8B030D-6E8A-4147-A177-3AD203B41FA5}">
                      <a16:colId xmlns:a16="http://schemas.microsoft.com/office/drawing/2014/main" val="3961472486"/>
                    </a:ext>
                  </a:extLst>
                </a:gridCol>
              </a:tblGrid>
              <a:tr h="368074">
                <a:tc>
                  <a:txBody>
                    <a:bodyPr/>
                    <a:lstStyle/>
                    <a:p>
                      <a:r>
                        <a:rPr lang="en-IN" sz="1800" b="1" dirty="0"/>
                        <a:t>Challenges</a:t>
                      </a:r>
                      <a:endParaRPr lang="en-IN" sz="1800" dirty="0"/>
                    </a:p>
                  </a:txBody>
                  <a:tcPr marL="61859" marR="61859" marT="30929" marB="30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/>
                        <a:t>Solutions</a:t>
                      </a:r>
                      <a:endParaRPr lang="en-IN" sz="1800"/>
                    </a:p>
                  </a:txBody>
                  <a:tcPr marL="61859" marR="61859" marT="30929" marB="30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323399"/>
                  </a:ext>
                </a:extLst>
              </a:tr>
              <a:tr h="668422">
                <a:tc>
                  <a:txBody>
                    <a:bodyPr/>
                    <a:lstStyle/>
                    <a:p>
                      <a:r>
                        <a:rPr lang="en-US" sz="1800"/>
                        <a:t>Handling different formats of uploaded Python files</a:t>
                      </a:r>
                    </a:p>
                  </a:txBody>
                  <a:tcPr marL="61859" marR="61859" marT="30929" marB="30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Implemented file validation and proper error handling</a:t>
                      </a:r>
                    </a:p>
                  </a:txBody>
                  <a:tcPr marL="61859" marR="61859" marT="30929" marB="30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7122025"/>
                  </a:ext>
                </a:extLst>
              </a:tr>
              <a:tr h="66842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Parsing</a:t>
                      </a:r>
                      <a:r>
                        <a:rPr lang="en-US" sz="1800" dirty="0"/>
                        <a:t> complex code structures using AST</a:t>
                      </a:r>
                    </a:p>
                  </a:txBody>
                  <a:tcPr marL="61859" marR="61859" marT="30929" marB="30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Used AST traversal methods to accurately extract functions and classes</a:t>
                      </a:r>
                    </a:p>
                  </a:txBody>
                  <a:tcPr marL="61859" marR="61859" marT="30929" marB="30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4167958"/>
                  </a:ext>
                </a:extLst>
              </a:tr>
              <a:tr h="668422">
                <a:tc>
                  <a:txBody>
                    <a:bodyPr/>
                    <a:lstStyle/>
                    <a:p>
                      <a:r>
                        <a:rPr lang="en-US" sz="1800"/>
                        <a:t>Detecting missing or inconsistent docstrings</a:t>
                      </a:r>
                      <a:endParaRPr lang="en-US" sz="1800" dirty="0"/>
                    </a:p>
                  </a:txBody>
                  <a:tcPr marL="61859" marR="61859" marT="30929" marB="30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Applied checks using AST to identify absent docstrings</a:t>
                      </a:r>
                    </a:p>
                  </a:txBody>
                  <a:tcPr marL="61859" marR="61859" marT="30929" marB="30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117500"/>
                  </a:ext>
                </a:extLst>
              </a:tr>
              <a:tr h="668422">
                <a:tc>
                  <a:txBody>
                    <a:bodyPr/>
                    <a:lstStyle/>
                    <a:p>
                      <a:r>
                        <a:rPr lang="en-IN" sz="1800" dirty="0"/>
                        <a:t>Generating meaningful docstrings</a:t>
                      </a:r>
                    </a:p>
                  </a:txBody>
                  <a:tcPr marL="61859" marR="61859" marT="30929" marB="30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Integrated LLM models to generate context-based docstrings</a:t>
                      </a:r>
                    </a:p>
                  </a:txBody>
                  <a:tcPr marL="61859" marR="61859" marT="30929" marB="30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2805070"/>
                  </a:ext>
                </a:extLst>
              </a:tr>
              <a:tr h="668422">
                <a:tc>
                  <a:txBody>
                    <a:bodyPr/>
                    <a:lstStyle/>
                    <a:p>
                      <a:r>
                        <a:rPr lang="en-US" sz="1800"/>
                        <a:t>Making the system scalable and flexible</a:t>
                      </a:r>
                      <a:endParaRPr lang="en-US" sz="1800" dirty="0"/>
                    </a:p>
                  </a:txBody>
                  <a:tcPr marL="61859" marR="61859" marT="30929" marB="30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Integrated multiple LLM models and modular design</a:t>
                      </a:r>
                    </a:p>
                  </a:txBody>
                  <a:tcPr marL="61859" marR="61859" marT="30929" marB="30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102964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A85DB424-3846-473E-8CBF-9DD7049DF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2760" y="594411"/>
            <a:ext cx="343715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Challenges and Solutions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0180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280</TotalTime>
  <Words>494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Celestial</vt:lpstr>
      <vt:lpstr>🤖 AI Powered Code Reviewer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prabhu agy</dc:creator>
  <cp:lastModifiedBy>prabhu agy</cp:lastModifiedBy>
  <cp:revision>16</cp:revision>
  <dcterms:created xsi:type="dcterms:W3CDTF">2026-03-27T15:30:14Z</dcterms:created>
  <dcterms:modified xsi:type="dcterms:W3CDTF">2026-03-29T18:06:01Z</dcterms:modified>
</cp:coreProperties>
</file>